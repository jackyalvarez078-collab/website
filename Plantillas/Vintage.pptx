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4DF68-EF80-4F5D-5802-720F71D1F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F1ADD1-01EC-1B64-CB28-71A1B2EA4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67A289-E022-3069-1908-38BAD4508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DC3-8AC3-45CD-92E1-B71FE40FFFFD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5B96C5-6206-4B48-83D2-DB2C0AC6C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3BF346-3C18-0CD5-E760-556DDEBF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BFD7-3A67-4CC4-BE4E-5DDF788D1E2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4459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EA241-4F2B-3C3D-64E4-F40E7FDDC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FF553E-42BA-F2FF-74E2-306C2F837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B7D0CA-0ED1-0E6F-CABA-CE43514D2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DC3-8AC3-45CD-92E1-B71FE40FFFFD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A351B3-564D-F62E-0E79-56D66984B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D193EF-E53D-9879-824F-B1BCFD133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BFD7-3A67-4CC4-BE4E-5DDF788D1E2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0006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D990C-F22B-E056-B0AE-1DD5D6E9E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49C61C-B67D-71B6-3E7A-956C9EC46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2A5EF4-2300-08A1-F474-D474B292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DC3-8AC3-45CD-92E1-B71FE40FFFFD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9D4129-D03C-C145-C34B-08FA2E845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2710F7-23D6-4E9A-C9BB-52345739E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BFD7-3A67-4CC4-BE4E-5DDF788D1E2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0606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E013C5-C979-A96D-978A-930F8C0F1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A66D40-04FB-43B2-2663-5E022234F9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176F12-2A07-FE0A-9D33-17462F969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3DB47F-AFF8-D6D4-56D4-2B64F817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DC3-8AC3-45CD-92E1-B71FE40FFFFD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3D3079-CCF0-199D-E900-DA5E1DD29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9EE4FD-CE78-28A4-BBC4-6D2144A98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BFD7-3A67-4CC4-BE4E-5DDF788D1E2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7273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84357-0D30-76D0-53B1-91E3D443F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E8D2E5-3D6D-2F2A-DAC6-8CBE2845F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F5A6C3-987F-331D-972A-002DEA4F4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8FF7757-6FB9-AF6F-6652-E9232F4AA9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A9BF5BE-CE07-1433-CBA0-65AEA149BE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EA3ED2-5B4F-48DC-DB5C-7B27C786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DC3-8AC3-45CD-92E1-B71FE40FFFFD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7B6BC16-D065-1D95-B222-ED192868C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8BCF24-DA58-C0F8-6927-DA5000711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BFD7-3A67-4CC4-BE4E-5DDF788D1E2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820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EB9BF-735D-206C-A1EF-36D785A3E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D0BFB75-3D74-D461-17B8-F0539FBF6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DC3-8AC3-45CD-92E1-B71FE40FFFFD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F0FC29C-2A03-8E56-F354-D812DBB2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DA5A09C-2E9B-819C-B899-CD837FAF0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BFD7-3A67-4CC4-BE4E-5DDF788D1E2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7208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01A870B-55AD-D27B-8D20-81DB088B9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DC3-8AC3-45CD-92E1-B71FE40FFFFD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463021F-A966-2F50-72B6-BF0E21F88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7E880B-7758-0F5B-1FB0-E74A106E4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BFD7-3A67-4CC4-BE4E-5DDF788D1E2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5990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AB7C9-4FA0-FFB8-9DDB-0739341AF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EC8867-6AEB-284E-00AA-8A992972E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A2E7F4-7046-5453-2477-6F06B7765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A6EC75-158F-8B32-4537-1D6418F36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DC3-8AC3-45CD-92E1-B71FE40FFFFD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F69493-C703-28C2-4F88-743DDD58D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7D4510-F20F-1A37-D4BB-1A0BF0E27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BFD7-3A67-4CC4-BE4E-5DDF788D1E2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085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0414F-1F67-A66F-EB78-2B73C7A3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EF3AC9B-F446-0B00-AE37-31D0E5332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3F9B96-AB72-AC46-2579-111D2AAA8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4B2D08-9DA4-5391-8EB9-FFAB76FE4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DC3-8AC3-45CD-92E1-B71FE40FFFFD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4BB11E-5396-E7B6-BF5D-6504C6B69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C846FE-7947-A03A-6058-745A6956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BFD7-3A67-4CC4-BE4E-5DDF788D1E2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0637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7845BD-6898-6F42-D9DA-4D7A68210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40D1ED6-B776-891E-578C-CC129FC9D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AA4675-876E-80B8-6CF9-FD2D1C20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DC3-8AC3-45CD-92E1-B71FE40FFFFD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D52FF0-52BD-E9AE-351B-68844BC36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3A882A-4ADC-5A60-769D-7B7285444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BFD7-3A67-4CC4-BE4E-5DDF788D1E2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9502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88DA78-9F00-46AD-50D6-5149286D2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45D11C-B0AD-E408-DC9D-75E728EB3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996ABB-5195-CC3E-189A-C4F6D9103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DC3-8AC3-45CD-92E1-B71FE40FFFFD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300AB0-7863-EB9B-3727-7E2F7EB85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4501D2-1FEC-F3EC-5321-6B595F94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BFD7-3A67-4CC4-BE4E-5DDF788D1E2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4537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B1BEF97-4836-DE49-A9BA-3EC4954D5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39AD33-4108-0DC9-B79F-B6C1938B4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EB2CBC-6B87-B442-6991-8AFD2747CF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B41DC3-8AC3-45CD-92E1-B71FE40FFFFD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6DF880-0CE0-B13D-1627-9E8A60B7D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F5415B-1DA2-C080-6064-06298E5C0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3BFD7-3A67-4CC4-BE4E-5DDF788D1E2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5606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3.jpg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B7E4620-A324-FA25-3326-A1497E0BA8F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" t="32223" r="-872" b="38309"/>
          <a:stretch>
            <a:fillRect/>
          </a:stretch>
        </p:blipFill>
        <p:spPr>
          <a:xfrm>
            <a:off x="3023870" y="-101600"/>
            <a:ext cx="4660900" cy="137160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ACEFEA1-8CC3-803E-65EF-7279C800A47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86425" cy="530352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54568C8-4365-99EE-D62D-77814937E0A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312" y="1944398"/>
            <a:ext cx="5008880" cy="4913602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A9A38E1E-84B7-21A8-EF76-382C4CD6D6B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93902">
            <a:off x="10644267" y="-434311"/>
            <a:ext cx="2392680" cy="2392680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FCCC8F87-1DCB-0A34-5804-4BB933EC17B1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910" y="3629563"/>
            <a:ext cx="2812090" cy="331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44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n 46">
            <a:extLst>
              <a:ext uri="{FF2B5EF4-FFF2-40B4-BE49-F238E27FC236}">
                <a16:creationId xmlns:a16="http://schemas.microsoft.com/office/drawing/2014/main" id="{377B6524-779D-BE52-BB3B-9BDA942D0C3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85576" y="668322"/>
            <a:ext cx="7050321" cy="7279648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1B4696BB-17C4-2C72-3D3A-4318F63138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5318" y="0"/>
            <a:ext cx="3638466" cy="35922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EDF5A7A-BAEC-4E5A-3374-C5D42916BB2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0125" y="272375"/>
            <a:ext cx="3419420" cy="6838841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2399990E-38BC-0C0F-544E-09BB3B042B6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585" y="1304155"/>
            <a:ext cx="5642008" cy="5534686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F665436C-6391-44BF-7055-864AA684B3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88237">
            <a:off x="10023047" y="2189280"/>
            <a:ext cx="2636547" cy="613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974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03CE9945-FED6-84DB-46E7-AB43B5D5C20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450" y="0"/>
            <a:ext cx="6000750" cy="6858000"/>
          </a:xfrm>
          <a:prstGeom prst="rect">
            <a:avLst/>
          </a:prstGeom>
        </p:spPr>
      </p:pic>
      <p:pic>
        <p:nvPicPr>
          <p:cNvPr id="1036" name="Picture 12" descr="Esto contiene una imagen de: ">
            <a:extLst>
              <a:ext uri="{FF2B5EF4-FFF2-40B4-BE49-F238E27FC236}">
                <a16:creationId xmlns:a16="http://schemas.microsoft.com/office/drawing/2014/main" id="{9152CCC2-A2DD-0F5D-5E57-933E5FB25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5E5E5"/>
              </a:clrFrom>
              <a:clrTo>
                <a:srgbClr val="E5E5E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1082" y="3165037"/>
            <a:ext cx="2247900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2" descr="Esto contiene una imagen de: ">
            <a:extLst>
              <a:ext uri="{FF2B5EF4-FFF2-40B4-BE49-F238E27FC236}">
                <a16:creationId xmlns:a16="http://schemas.microsoft.com/office/drawing/2014/main" id="{A17024A1-B808-2750-34DC-C395189AD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5E5E5"/>
              </a:clrFrom>
              <a:clrTo>
                <a:srgbClr val="E5E5E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868" y="4679310"/>
            <a:ext cx="2247900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Esto contiene una imagen de: ">
            <a:extLst>
              <a:ext uri="{FF2B5EF4-FFF2-40B4-BE49-F238E27FC236}">
                <a16:creationId xmlns:a16="http://schemas.microsoft.com/office/drawing/2014/main" id="{DCE3311F-8B1C-BA99-2D2C-D4BD0E398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5E5E5"/>
              </a:clrFrom>
              <a:clrTo>
                <a:srgbClr val="E5E5E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381" y="5752628"/>
            <a:ext cx="2247900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90F40D5-CA20-BEDF-1659-30AF7B0AA4B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802" y="4374509"/>
            <a:ext cx="2250198" cy="306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636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7E5C57C-09BE-6BCF-AC98-0E49E07ACAC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390" y="-168963"/>
            <a:ext cx="4004310" cy="71082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683E6C2-6E7D-9189-1AEF-0890A71D5C0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0928" y="1920240"/>
            <a:ext cx="4972895" cy="6858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E0FADF1-6160-375B-E664-514FB345BE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62178">
            <a:off x="10651490" y="-1712030"/>
            <a:ext cx="2247900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73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3D4B7-46BD-A947-FC01-8A003DFEF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C657637-4BCF-8639-148B-2B00F8452F1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47040"/>
            <a:ext cx="4004310" cy="763016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B47B9E9-19BA-6ADB-E5FF-7501458A0A8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6796" y="1842536"/>
            <a:ext cx="4371106" cy="520850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9713138-F8A5-20E9-56AC-2AE466F1B8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685339">
            <a:off x="10224770" y="-2412365"/>
            <a:ext cx="2247900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567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Panorámica</PresentationFormat>
  <Paragraphs>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Jere´s version</dc:creator>
  <cp:lastModifiedBy>Jere´s version</cp:lastModifiedBy>
  <cp:revision>1</cp:revision>
  <dcterms:created xsi:type="dcterms:W3CDTF">2026-02-15T14:40:56Z</dcterms:created>
  <dcterms:modified xsi:type="dcterms:W3CDTF">2026-02-15T14:44:47Z</dcterms:modified>
</cp:coreProperties>
</file>