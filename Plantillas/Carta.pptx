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3" r:id="rId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E4F4"/>
    <a:srgbClr val="ED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1948" y="7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3E35E4-ED39-82D8-8AA6-691B972938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9ECB122-671F-37F3-A464-CD00048EC3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34AD84-D834-A2AA-A672-25A2842C5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E1945-7E52-4522-A2E8-68AC28147838}" type="datetimeFigureOut">
              <a:rPr lang="es-CO" smtClean="0"/>
              <a:t>14/02/2026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CF80AF-AEFC-C77D-1688-BA12CDD81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54190A-707C-5C1A-9778-542B79EE3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96E7E-EC19-40D6-840F-6EC2DCDB44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99441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D6CC4A-B722-478A-DB09-049D9C910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D04338-BBDA-F99B-5391-0E07DCA32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00F2E0-4B2B-509F-634D-3AEFDDADF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E1945-7E52-4522-A2E8-68AC28147838}" type="datetimeFigureOut">
              <a:rPr lang="es-CO" smtClean="0"/>
              <a:t>14/02/2026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9B59CE-FE49-B8B9-3D12-603C188D3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741CDC-1083-2059-0168-499277873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96E7E-EC19-40D6-840F-6EC2DCDB44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8697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284922-A452-E8BA-2461-EAA2D24AC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45142F6-3084-0A15-F127-439A5A525F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A5B194-C068-598D-1A62-75705509C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E1945-7E52-4522-A2E8-68AC28147838}" type="datetimeFigureOut">
              <a:rPr lang="es-CO" smtClean="0"/>
              <a:t>14/02/2026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3D318E-F34A-1733-8A8C-72FA52AC9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F6A76E-85F7-480C-8A8D-308F5BEE4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96E7E-EC19-40D6-840F-6EC2DCDB44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56929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8CA68D-7455-4165-2095-4B9AF2F45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58D700-C8F2-7175-0A58-EF99189399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4393DA0-9719-73B8-0537-724558DD2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6480BAE-46F3-4AAA-50E9-24E5DDA45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E1945-7E52-4522-A2E8-68AC28147838}" type="datetimeFigureOut">
              <a:rPr lang="es-CO" smtClean="0"/>
              <a:t>14/02/2026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AD55260-8218-E3FC-B853-572CD599A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3A9B85F-4E5A-86FF-363E-C807EF628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96E7E-EC19-40D6-840F-6EC2DCDB44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6021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2A96DA-A661-93BB-3AD7-CDD7C403D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2CA148-2A43-758D-3638-781A8E9D8B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9A6896B-E391-478A-0412-32A1317C00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59D32AB-03C9-D91B-ECE2-C29AA57A6C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273E8C7-1572-9271-59EC-FE9594F5AF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03B00E5-C845-1137-CEFA-B55FCBCCE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E1945-7E52-4522-A2E8-68AC28147838}" type="datetimeFigureOut">
              <a:rPr lang="es-CO" smtClean="0"/>
              <a:t>14/02/2026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8299120-748E-F215-819A-945181E2A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E8DCAFA-D87D-184C-8912-A6F0C964E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96E7E-EC19-40D6-840F-6EC2DCDB44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50003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E03B24-B6D4-B4B0-3D05-D0BC26F04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EA8833B-1944-D831-F6E8-A1D2301E2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E1945-7E52-4522-A2E8-68AC28147838}" type="datetimeFigureOut">
              <a:rPr lang="es-CO" smtClean="0"/>
              <a:t>14/02/2026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B0009C9-981A-2C0A-F179-37FE252FB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EA6F0AC-16A7-8DDF-5F89-DD3335510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96E7E-EC19-40D6-840F-6EC2DCDB44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86882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048FEEA-C008-F6B6-945C-64EABD10A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E1945-7E52-4522-A2E8-68AC28147838}" type="datetimeFigureOut">
              <a:rPr lang="es-CO" smtClean="0"/>
              <a:t>14/02/2026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6ACA9E1-B445-1B2F-6BC2-7F81E97CB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28B5AB7-D97E-E213-5C76-FAD52D07C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96E7E-EC19-40D6-840F-6EC2DCDB44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2462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EF9E7E-7461-CBC3-9FBF-A26D287B3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D04C32-2ED1-FDB4-4ACF-C6D3A4061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172D950-5B6C-0897-14DE-BA81F5946B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FEBFEF8-7076-E6AD-AE59-3D9AB9C65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E1945-7E52-4522-A2E8-68AC28147838}" type="datetimeFigureOut">
              <a:rPr lang="es-CO" smtClean="0"/>
              <a:t>14/02/2026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7E6ABA-E0B2-4A95-9740-B7481F63A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1F1DA98-B6B9-B4D1-A3E6-9A3EFF15E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96E7E-EC19-40D6-840F-6EC2DCDB44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87449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4BFAF7-0A20-27E0-72C9-9F5568199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E0918CF-2F25-6690-6B24-4FE9360B28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39E59CC-DE2B-8656-8EE9-DD2DFE05D7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E275BC-5E59-F0B2-E524-385A209E2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E1945-7E52-4522-A2E8-68AC28147838}" type="datetimeFigureOut">
              <a:rPr lang="es-CO" smtClean="0"/>
              <a:t>14/02/2026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3B2C370-7D02-1E8F-07B6-9D172E2F2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1139FE-310B-961C-D5E7-4C49EE595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96E7E-EC19-40D6-840F-6EC2DCDB44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1890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64FFC6-6EFB-5424-46CC-A5BD89A68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ACC3B03-1A5F-C0DA-2B34-F59A5AE884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7E2263-60BE-3F70-B5BF-342B198C6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E1945-7E52-4522-A2E8-68AC28147838}" type="datetimeFigureOut">
              <a:rPr lang="es-CO" smtClean="0"/>
              <a:t>14/02/2026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DA919B-89D9-61F3-AAC8-E2946490F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08870C-F19D-F1D0-7E48-8D797BA67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96E7E-EC19-40D6-840F-6EC2DCDB44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21742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4FF31AB-5EBE-42D9-786F-08E21C1194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A5EB4B1-3FCF-5EC6-6C13-D43B5AEC8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73570E-2D42-94AD-C137-EF2E08E10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E1945-7E52-4522-A2E8-68AC28147838}" type="datetimeFigureOut">
              <a:rPr lang="es-CO" smtClean="0"/>
              <a:t>14/02/2026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946CF1-D756-A358-13B1-11D1CCE04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37EA72-C702-5232-DEC4-F2A7A62DF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96E7E-EC19-40D6-840F-6EC2DCDB44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32143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ED8E957-B254-9457-B9D6-547E47C13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829B8E-3813-B6EC-5740-A6B1A8FEE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EB1C7D-A201-D2D7-C079-B3FDD5BE4B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BE1945-7E52-4522-A2E8-68AC28147838}" type="datetimeFigureOut">
              <a:rPr lang="es-CO" smtClean="0"/>
              <a:t>14/02/2026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55BF64-1A26-E3C5-C904-896F165EF6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CDD52D-5875-0A1E-7CE2-D268A4B616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096E7E-EC19-40D6-840F-6EC2DCDB44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62229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riángulo isósceles 4">
            <a:extLst>
              <a:ext uri="{FF2B5EF4-FFF2-40B4-BE49-F238E27FC236}">
                <a16:creationId xmlns:a16="http://schemas.microsoft.com/office/drawing/2014/main" id="{EF7AF603-4928-E5AA-FE7F-B2CD875088B7}"/>
              </a:ext>
            </a:extLst>
          </p:cNvPr>
          <p:cNvSpPr/>
          <p:nvPr/>
        </p:nvSpPr>
        <p:spPr>
          <a:xfrm rot="16200000">
            <a:off x="5334000" y="0"/>
            <a:ext cx="6858000" cy="6858000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6" name="Triángulo isósceles 5">
            <a:extLst>
              <a:ext uri="{FF2B5EF4-FFF2-40B4-BE49-F238E27FC236}">
                <a16:creationId xmlns:a16="http://schemas.microsoft.com/office/drawing/2014/main" id="{1B1E19E7-C011-8750-358B-FFBECED9573E}"/>
              </a:ext>
            </a:extLst>
          </p:cNvPr>
          <p:cNvSpPr/>
          <p:nvPr/>
        </p:nvSpPr>
        <p:spPr>
          <a:xfrm rot="5400000">
            <a:off x="0" y="-1"/>
            <a:ext cx="6858000" cy="6858000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5BA10A12-BC87-6F59-920C-84C44D86726D}"/>
              </a:ext>
            </a:extLst>
          </p:cNvPr>
          <p:cNvSpPr/>
          <p:nvPr/>
        </p:nvSpPr>
        <p:spPr>
          <a:xfrm>
            <a:off x="-291830" y="3657600"/>
            <a:ext cx="12483830" cy="3200398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Triángulo isósceles 7">
            <a:extLst>
              <a:ext uri="{FF2B5EF4-FFF2-40B4-BE49-F238E27FC236}">
                <a16:creationId xmlns:a16="http://schemas.microsoft.com/office/drawing/2014/main" id="{622EF3DB-9D3C-E81E-49F0-D4894AA586B2}"/>
              </a:ext>
            </a:extLst>
          </p:cNvPr>
          <p:cNvSpPr/>
          <p:nvPr/>
        </p:nvSpPr>
        <p:spPr>
          <a:xfrm rot="10800000">
            <a:off x="-145915" y="-4"/>
            <a:ext cx="12483830" cy="3657599"/>
          </a:xfrm>
          <a:prstGeom prst="triangle">
            <a:avLst>
              <a:gd name="adj" fmla="val 49289"/>
            </a:avLst>
          </a:prstGeom>
          <a:solidFill>
            <a:srgbClr val="F3E4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DE1192C-E235-4882-6F09-EF5C9F4E9E1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90" b="12777"/>
          <a:stretch>
            <a:fillRect/>
          </a:stretch>
        </p:blipFill>
        <p:spPr>
          <a:xfrm>
            <a:off x="5244390" y="2698746"/>
            <a:ext cx="1703220" cy="191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429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B1E63-827C-92F7-BDD7-381707BF7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riángulo isósceles 4">
            <a:extLst>
              <a:ext uri="{FF2B5EF4-FFF2-40B4-BE49-F238E27FC236}">
                <a16:creationId xmlns:a16="http://schemas.microsoft.com/office/drawing/2014/main" id="{06F9DE3D-B3C3-CB27-41D3-D8F4BCEC53C1}"/>
              </a:ext>
            </a:extLst>
          </p:cNvPr>
          <p:cNvSpPr/>
          <p:nvPr/>
        </p:nvSpPr>
        <p:spPr>
          <a:xfrm rot="10800000">
            <a:off x="-157898" y="-2843352"/>
            <a:ext cx="12483830" cy="3657599"/>
          </a:xfrm>
          <a:prstGeom prst="triangle">
            <a:avLst>
              <a:gd name="adj" fmla="val 49289"/>
            </a:avLst>
          </a:prstGeom>
          <a:solidFill>
            <a:srgbClr val="F3E4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Triángulo isósceles 5">
            <a:extLst>
              <a:ext uri="{FF2B5EF4-FFF2-40B4-BE49-F238E27FC236}">
                <a16:creationId xmlns:a16="http://schemas.microsoft.com/office/drawing/2014/main" id="{3A91533C-9CE9-5AE5-D316-012B283B0C9B}"/>
              </a:ext>
            </a:extLst>
          </p:cNvPr>
          <p:cNvSpPr/>
          <p:nvPr/>
        </p:nvSpPr>
        <p:spPr>
          <a:xfrm rot="5400000">
            <a:off x="-71765" y="0"/>
            <a:ext cx="6858000" cy="6858000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3126565A-498D-C736-16F5-B2DA4A1B4D3D}"/>
              </a:ext>
            </a:extLst>
          </p:cNvPr>
          <p:cNvSpPr/>
          <p:nvPr/>
        </p:nvSpPr>
        <p:spPr>
          <a:xfrm>
            <a:off x="-298452" y="3749057"/>
            <a:ext cx="12483830" cy="3200398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Triángulo isósceles 11">
            <a:extLst>
              <a:ext uri="{FF2B5EF4-FFF2-40B4-BE49-F238E27FC236}">
                <a16:creationId xmlns:a16="http://schemas.microsoft.com/office/drawing/2014/main" id="{12168BB4-0CFE-31BE-02F5-7DC8728C13CC}"/>
              </a:ext>
            </a:extLst>
          </p:cNvPr>
          <p:cNvSpPr/>
          <p:nvPr/>
        </p:nvSpPr>
        <p:spPr>
          <a:xfrm rot="16200000">
            <a:off x="5334000" y="91457"/>
            <a:ext cx="6858000" cy="6858000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1A76B158-DF9E-CFB3-C8C1-2C7D8708348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90" b="12777"/>
          <a:stretch>
            <a:fillRect/>
          </a:stretch>
        </p:blipFill>
        <p:spPr>
          <a:xfrm>
            <a:off x="5232407" y="2319973"/>
            <a:ext cx="1703220" cy="191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0552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67B2F-C132-7353-3C14-4C7F9CDB4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5826647C-1296-7BAC-BCDD-06DA44CDD41A}"/>
              </a:ext>
            </a:extLst>
          </p:cNvPr>
          <p:cNvSpPr/>
          <p:nvPr/>
        </p:nvSpPr>
        <p:spPr>
          <a:xfrm>
            <a:off x="-385759" y="7134727"/>
            <a:ext cx="12483830" cy="3200398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Triángulo isósceles 4">
            <a:extLst>
              <a:ext uri="{FF2B5EF4-FFF2-40B4-BE49-F238E27FC236}">
                <a16:creationId xmlns:a16="http://schemas.microsoft.com/office/drawing/2014/main" id="{B729A513-1547-8E38-84B2-1462B8584527}"/>
              </a:ext>
            </a:extLst>
          </p:cNvPr>
          <p:cNvSpPr/>
          <p:nvPr/>
        </p:nvSpPr>
        <p:spPr>
          <a:xfrm rot="16200000">
            <a:off x="13151656" y="-3"/>
            <a:ext cx="6858000" cy="6858000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Triángulo isósceles 5">
            <a:extLst>
              <a:ext uri="{FF2B5EF4-FFF2-40B4-BE49-F238E27FC236}">
                <a16:creationId xmlns:a16="http://schemas.microsoft.com/office/drawing/2014/main" id="{F1391C50-81D6-3C7E-8CCC-E8C48A6347CB}"/>
              </a:ext>
            </a:extLst>
          </p:cNvPr>
          <p:cNvSpPr/>
          <p:nvPr/>
        </p:nvSpPr>
        <p:spPr>
          <a:xfrm rot="5400000">
            <a:off x="-7154582" y="-3"/>
            <a:ext cx="6858000" cy="6858000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Triángulo isósceles 11">
            <a:extLst>
              <a:ext uri="{FF2B5EF4-FFF2-40B4-BE49-F238E27FC236}">
                <a16:creationId xmlns:a16="http://schemas.microsoft.com/office/drawing/2014/main" id="{15A83C1A-C299-215F-BBAD-C54EF0EC9C9B}"/>
              </a:ext>
            </a:extLst>
          </p:cNvPr>
          <p:cNvSpPr/>
          <p:nvPr/>
        </p:nvSpPr>
        <p:spPr>
          <a:xfrm rot="10800000">
            <a:off x="0" y="-3905021"/>
            <a:ext cx="12483830" cy="3657599"/>
          </a:xfrm>
          <a:prstGeom prst="triangle">
            <a:avLst>
              <a:gd name="adj" fmla="val 49289"/>
            </a:avLst>
          </a:prstGeom>
          <a:solidFill>
            <a:srgbClr val="F3E4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27D5356-3122-2531-BC19-D51AE901DB20}"/>
              </a:ext>
            </a:extLst>
          </p:cNvPr>
          <p:cNvSpPr txBox="1"/>
          <p:nvPr/>
        </p:nvSpPr>
        <p:spPr>
          <a:xfrm>
            <a:off x="1939256" y="2472258"/>
            <a:ext cx="101588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600" dirty="0">
                <a:latin typeface="Comic Sans MS" panose="030F0702030302020204" pitchFamily="66" charset="0"/>
              </a:rPr>
              <a:t>Aquí tu carta</a:t>
            </a:r>
            <a:endParaRPr lang="es-CO" sz="96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68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3</Words>
  <Application>Microsoft Office PowerPoint</Application>
  <PresentationFormat>Panorámica</PresentationFormat>
  <Paragraphs>1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Comic Sans MS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Jere´s version</dc:creator>
  <cp:lastModifiedBy>Jere´s version</cp:lastModifiedBy>
  <cp:revision>4</cp:revision>
  <dcterms:created xsi:type="dcterms:W3CDTF">2026-02-14T00:29:00Z</dcterms:created>
  <dcterms:modified xsi:type="dcterms:W3CDTF">2026-02-14T19:27:12Z</dcterms:modified>
</cp:coreProperties>
</file>