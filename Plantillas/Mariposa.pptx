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2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89BA62-3558-06D2-6886-D3F153762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8240A4-3560-96D4-608C-7C3E98152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E0D437-C686-DAAF-6386-9C15DA253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AA12-CE5E-4E9D-8193-90401F20C1B6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718474-9642-6F56-5C41-867299DD3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7FD102-ADA9-E8E8-80CA-163D4BC41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C1D1-E989-49AC-B665-AF2605AED6B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6231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0B0EE-C023-C1FD-F2BE-5FA723458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48FCC6-0404-BB23-BCCC-965709F72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2D5DAB-63D0-73A8-FEF2-8BB4B7C80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AA12-CE5E-4E9D-8193-90401F20C1B6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30FAB6-833B-46DC-5D67-B62C15812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1037BD-3C7E-C7B0-9D48-761A9C95D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C1D1-E989-49AC-B665-AF2605AED6B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9124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4C4350-25AE-11FE-850E-0B431C852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84FF7B-4325-6F3E-AED7-8FEDABFA2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51C2E8-05E5-5343-4820-017053554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AA12-CE5E-4E9D-8193-90401F20C1B6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E0380E-52D8-D8C4-B9F5-F6F10A0FE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5314EA-7F08-236D-CEAA-33BCDC335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C1D1-E989-49AC-B665-AF2605AED6B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5605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15A466-63E3-6B21-C861-297D094AF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E33C7D-7E03-E264-A9A9-FC12A7AB17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518BA2-EB96-4BB3-5015-8E1F73693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CF8FA8-C69C-5C10-3F6A-4F61DEFC0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AA12-CE5E-4E9D-8193-90401F20C1B6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D68A6A-85A0-8B3B-65BC-D2EF02059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8D6B39-0189-B7BD-253D-FCDB5004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C1D1-E989-49AC-B665-AF2605AED6B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451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7D7AD-3F2D-BB0B-EB84-3A747C7F0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440A6B-1AF5-ECA0-5597-46850DF94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7918E2-02F3-AED4-DE77-51E8244C0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E9095C5-D500-EA8B-AFBB-434063F5E1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773B55A-9FFC-B962-6898-F6FB163113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6EE0E30-F25A-4E46-1180-A4D24CBA1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AA12-CE5E-4E9D-8193-90401F20C1B6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0E41F54-12C6-A884-FDCE-6337D63E0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0FD598A-B836-610A-CFE0-62EAA5315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C1D1-E989-49AC-B665-AF2605AED6B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9430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67767B-3378-D12C-3EFE-0343FBA8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D3B81F4-51D2-EAA9-7034-55C2D8AFB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AA12-CE5E-4E9D-8193-90401F20C1B6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10ABF8-F232-00DA-C78F-C6613407A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C2DE46D-C6FF-C381-7634-6681BD66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C1D1-E989-49AC-B665-AF2605AED6B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6474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53C552C-E37A-508A-D5C0-7114104E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AA12-CE5E-4E9D-8193-90401F20C1B6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C68C87B-5408-97E8-8C6A-A26E387F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544239-C92B-EC96-74FE-1E9D11CD1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C1D1-E989-49AC-B665-AF2605AED6B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6747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DF3CF-A22A-49ED-394C-C0EF08607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0A9BF5-C3AC-6D27-CB13-433C79DBC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6AB7D4-A92D-D4C1-CD8A-45630C4AF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1A0C59-57B4-2EE4-519B-6CF8705E5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AA12-CE5E-4E9D-8193-90401F20C1B6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032C97-F809-9470-EE7A-7349BC0E3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77E68C-C514-3AF1-7D11-F23651141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C1D1-E989-49AC-B665-AF2605AED6B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2643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2EB01B-FBF7-41FF-A5D2-EE9B33D44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FBDED1D-91CC-C645-EF89-DA27F01AE9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F4C17-7397-54EE-8F67-CE47C88DE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3550BC-B651-30DA-5546-DA8D3FE15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AA12-CE5E-4E9D-8193-90401F20C1B6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0231CC1-143B-BB2B-A04B-D34CF028E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0C274FC-0E71-1579-E6DB-B975F6CD3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C1D1-E989-49AC-B665-AF2605AED6B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9030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3CD70-F4BF-BDF0-B6AB-36EFBA7B6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4295ECA-8744-9F1D-6091-1B15DA9B2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2F9974-FB96-A23A-8D0B-BFD70C15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AA12-CE5E-4E9D-8193-90401F20C1B6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BD6B56-A950-5677-515E-FE182223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788042-F177-C92C-1610-68D77839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C1D1-E989-49AC-B665-AF2605AED6B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275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E356864-F6AB-BC77-A667-624A885AF7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7C17944-E813-0D08-C00B-D3EBA03A7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252939-E62F-E3FA-0DAC-F61899B81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AA12-CE5E-4E9D-8193-90401F20C1B6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FD565E-1804-4424-4127-D7E59CE44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3A90EF-D5F4-8D5F-5DB1-6FF2B8AE3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C1D1-E989-49AC-B665-AF2605AED6B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229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8991F91-1EAF-17BF-D675-61C8A02E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88AA4F-9900-D6CC-61DD-9608538FF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BCC577-3B6B-B2BB-1813-8D53D3A1BB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8FAA12-CE5E-4E9D-8193-90401F20C1B6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ACC1B2-E309-4C4E-C128-CB645799A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6B5767-C51C-FC21-3735-0995E50DFE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C9C1D1-E989-49AC-B665-AF2605AED6B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632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6193B7E6-21BB-DF34-B622-5DDEE3B4E0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38" t="10987" b="13658"/>
          <a:stretch>
            <a:fillRect/>
          </a:stretch>
        </p:blipFill>
        <p:spPr>
          <a:xfrm rot="2823299">
            <a:off x="10744226" y="3587739"/>
            <a:ext cx="2194260" cy="516773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52A3358-6048-2C08-4CE5-351A0071A75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38" t="10987" b="13658"/>
          <a:stretch>
            <a:fillRect/>
          </a:stretch>
        </p:blipFill>
        <p:spPr>
          <a:xfrm rot="2823299">
            <a:off x="-337155" y="-1901988"/>
            <a:ext cx="2194260" cy="516773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673A26C-39F2-58D1-2B3D-A4BEC032D96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760" y="-1656080"/>
            <a:ext cx="6858000" cy="68580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5B00E8F-C9F8-498C-FC11-19AC02F53E2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598" y="3680200"/>
            <a:ext cx="2037659" cy="211241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9065E58-85DF-CC52-75E3-3843CBA0AE5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81860"/>
            <a:ext cx="6438900" cy="47879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ACFE5DF-D178-8DEA-E67B-5652DE859BC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515" y="2059852"/>
            <a:ext cx="2037659" cy="211241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87BA7A2-68FB-E757-BDCB-101253919F22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080" y="3760391"/>
            <a:ext cx="2479040" cy="338089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01E1F64-7886-049E-4D99-D0804B68399D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9272">
            <a:off x="-296876" y="0"/>
            <a:ext cx="1823310" cy="173152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19F0DCA-4652-31FA-E202-BAA58B7BF58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145" y="4736405"/>
            <a:ext cx="2037659" cy="211241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2ADB9C8-FA7D-765C-5480-17E056AB62C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81" y="1574413"/>
            <a:ext cx="2037659" cy="211241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8DF27C52-9EA6-92A1-F1CA-18FC876AFF7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793" y="390640"/>
            <a:ext cx="2037659" cy="211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816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D749998D-6949-616C-686D-49BA8856ED5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38" t="10987" b="13658"/>
          <a:stretch>
            <a:fillRect/>
          </a:stretch>
        </p:blipFill>
        <p:spPr>
          <a:xfrm rot="2823299">
            <a:off x="10452305" y="3770187"/>
            <a:ext cx="2194260" cy="516773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38037EF-6993-7765-4CD8-4BA35956E8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38" t="10987" b="13658"/>
          <a:stretch>
            <a:fillRect/>
          </a:stretch>
        </p:blipFill>
        <p:spPr>
          <a:xfrm rot="2823299">
            <a:off x="-337155" y="-1901988"/>
            <a:ext cx="2194260" cy="516773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EA35510-8614-3049-1B6F-920158E9161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900" y="-1612900"/>
            <a:ext cx="6858000" cy="68580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7141B3A-11B5-D198-4019-7B3A9D4A454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9272">
            <a:off x="-296876" y="0"/>
            <a:ext cx="1823310" cy="173152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73C0474B-9960-293E-DE80-D6A80010CBF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495689" y="72922"/>
            <a:ext cx="834868" cy="79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266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Jere´s version</dc:creator>
  <cp:lastModifiedBy>Jere´s version</cp:lastModifiedBy>
  <cp:revision>2</cp:revision>
  <dcterms:created xsi:type="dcterms:W3CDTF">2026-02-14T19:31:28Z</dcterms:created>
  <dcterms:modified xsi:type="dcterms:W3CDTF">2026-02-14T19:33:42Z</dcterms:modified>
</cp:coreProperties>
</file>